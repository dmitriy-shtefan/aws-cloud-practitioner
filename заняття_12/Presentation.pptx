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A098-9EE2-6214-B682-DEB99F72F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5D392-2EBB-6285-4E7E-F838D1AD9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ED58-F61C-E25E-3F4D-FB4B0440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AC5C1-36C1-6A03-E967-6D0CC533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E097-1476-CEF3-BEE6-530755C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4244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1DB7-22AC-4BF0-B129-BC68FAD8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24E32-7A43-8067-0971-FED7F989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49F7-3430-1281-8478-3854FD10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1C26F-B3A5-5449-4CFB-900D8D5E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537CD-500E-0F18-6E21-8F5E3CA5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7607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1AFB-F267-EDBD-F814-D3FEC261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3AC70-9ABA-AFAB-A0B5-B2D2D378B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77D89-769E-FFFD-E1F6-275E5A4E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C1EC-6C96-3B0F-138B-EE04B630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4EAD-5B42-F52A-5443-655FDD3E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2503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7739-F17C-83C2-AA44-C6667C18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DD8D-A43D-E569-1568-14AC88676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B24D3-1CF1-0251-0F11-2090348C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2A68B-51E5-C6F6-F988-B3D0E989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ED636-6561-A64B-F868-20BB7F95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2ACA4-80C6-D653-3366-77E93877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9352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FE5A-1EC3-0715-F8AE-957B85C8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5C7C3-60A5-D59B-C0C0-7EA58E81D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A0C70-2F96-410A-DDD5-25E54D871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F8F64-2FC9-1868-7578-FDD4B15D3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D9412-A6F9-69F6-2036-EF567E0A2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2F81C-4444-6058-FD8B-9CAF7A0F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49CF0-D9BD-D3AD-58D5-FD3AC3E2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BA3CC-7C31-739F-B933-7B1F7972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16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3BE4-E700-1A0B-0972-0010BF37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E91D-4208-9ED5-6E8A-C9EC2153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BB51B-BF2D-41FB-585C-E604DBDE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D4CA7-1EB5-1006-FF4D-531BFE45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58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FA29C-58FC-65B3-1F56-FEE2BA033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10914-3535-8CCE-1081-851E65A0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8E660-9B8A-C1C9-675A-1CB06917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06922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67DE-2F7A-ACB9-612F-1B422D9C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896F-E586-788D-3B7D-042E4E9CF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CA3FC-C977-EB96-2B81-04AC41571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0D4A3-4494-CCBE-025D-22B2F167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C05BE-AD6C-FE5A-8090-0794C524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F58D7-DE12-AA0C-270B-00AAC3AE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0360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F348-55A4-305C-85CA-76268758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07200-A245-900B-A0F1-0794CC220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D79BC-DA3B-3516-D6E4-71C42D73C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0748A-B59D-2312-C3D5-81ED7E73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6972B-D672-04D3-49C2-EA734B21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F9585-7D5F-58EB-2E27-9959029B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5789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9D56-AC23-B6D5-A9BE-186B5BE0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84EBA-071C-20F4-3D2B-A3A6A35F6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D6547-61CE-0795-A4B6-F769EDDC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19AD6-BB97-6461-0D56-9185E701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B134-C3D7-7914-CE82-DBBB73B0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7249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A62C7-2468-E10F-F340-D930EBBCF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59A53-1287-DCF3-7EB8-B6EFD5787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E6670-D961-F1FD-8E31-4999D627F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D0E79-CBD0-B2DA-81F2-0AB8C501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EDDBF-C315-C32D-4CA4-C8ABAFDD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4066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83BA6-D5E6-1811-B366-7E29B391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82393-C8BF-794F-10E5-8E4DBCC9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1D2E7-12B4-792E-2251-52BF36800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C7D34-2914-F84A-8109-0FFEC6EA3B42}" type="datetimeFigureOut">
              <a:rPr lang="en-UA" smtClean="0"/>
              <a:t>18.10.2026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1EDA-D2C3-62D0-89B1-5FE6F9487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25C7-9292-4E10-14FB-39674F028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D77F9-D347-5440-B90E-91203B1D5C32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3876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D8D7-4E80-DFA7-E348-F788CFBA3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CBE7C-D638-BE7E-0905-CA0BB0D63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D0B4B-997D-096B-B210-7FF7F0BBE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0092" cy="599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9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0C0E-A697-D448-3CAE-9BDFAFF1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752695-C2EC-321B-220D-860F4A095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80705" cy="586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38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0E85-B2DE-7106-6503-B8C0DB274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0D87A2-AE2D-634E-15B1-B4A29A558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61" y="0"/>
            <a:ext cx="11901259" cy="607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7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53EA-A8C2-196E-9287-B6F8E9BB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CECEB3-C07F-AC64-34C5-A6C126445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846474" cy="588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5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5C64-91E5-3335-2D68-D97F5F3D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6D668A-E002-F01A-558A-E7A4FAA77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202629" cy="593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7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DD49-CE33-96BC-33E6-5DDEB0AB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799813-FE09-8CCE-6335-2F5255A26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5" y="111210"/>
            <a:ext cx="12133769" cy="599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3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FD76-5331-2D0B-7DB4-1BD92A6E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2207C-DA67-B9AF-0E17-3327AFDD3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19212"/>
            <a:ext cx="11929771" cy="62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13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B239-F240-6B30-2F9C-0A6F10CA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949F4-F0DE-AF76-FA91-2984FA780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95" y="113549"/>
            <a:ext cx="11800531" cy="622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A60C-5C69-DF83-F330-62155081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F347B-9CE4-A086-9ED7-9E9C8E79B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70" y="128653"/>
            <a:ext cx="11575325" cy="56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46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E914-E178-5E4D-0D60-68C14B87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36F9E3-708C-54E7-44D4-3CFEAD77C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56" y="101536"/>
            <a:ext cx="11680449" cy="594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8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E2C7-3439-A497-13EE-FE324511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DC6C60-11BF-E32D-22E1-539E35C9D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87" y="145298"/>
            <a:ext cx="11783652" cy="60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1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6627-FDB0-3F1F-B88A-2BCEDE97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E07AEB-9C1B-C887-79AC-7A5E2ED56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51" y="105633"/>
            <a:ext cx="11616397" cy="60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4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43DB-633C-BAB0-243B-4AD1C317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91B2A5-65F6-6987-A723-20D27FF7E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65" y="132943"/>
            <a:ext cx="11685911" cy="608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08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920F-9ECF-FA42-B291-C6C92515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1A0CA4-05C8-E1AE-307E-EF720CB2C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09" y="251877"/>
            <a:ext cx="12068491" cy="60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00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CE8B-1230-F226-40D6-06B6FD2B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3D9B1-6C59-6F5D-D339-3764F1E49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96" y="266271"/>
            <a:ext cx="11429424" cy="575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3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384C-371C-2742-522F-DBAD5627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C97B7-2DEF-032E-B8B0-AF04D0494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249" y="184772"/>
            <a:ext cx="11829661" cy="58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6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Дмитро Штефан</dc:creator>
  <cp:lastModifiedBy>Дмитро Штефан</cp:lastModifiedBy>
  <cp:revision>1</cp:revision>
  <dcterms:created xsi:type="dcterms:W3CDTF">2026-10-18T10:17:50Z</dcterms:created>
  <dcterms:modified xsi:type="dcterms:W3CDTF">2026-10-18T10:22:37Z</dcterms:modified>
</cp:coreProperties>
</file>