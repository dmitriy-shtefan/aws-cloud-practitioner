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47"/>
  </p:normalViewPr>
  <p:slideViewPr>
    <p:cSldViewPr snapToGrid="0">
      <p:cViewPr varScale="1">
        <p:scale>
          <a:sx n="141" d="100"/>
          <a:sy n="141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42E5-04F7-7C17-F4EC-133CA4919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E7157E-7442-C0D8-5027-D5CDF4F1E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EF834-F871-D4A1-3609-EA077889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7DA5-C0C4-4542-83DE-96DAA20E8296}" type="datetimeFigureOut">
              <a:rPr lang="en-UA" smtClean="0"/>
              <a:t>25.10.2026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097F1-4237-C17D-4ED9-828E6908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1F0CD-2906-DCCB-7B69-144D83E9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ACC-CDBF-934B-B9BE-29818BBAB7A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54640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F46E-F083-5F9D-5FDC-2963121C9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7EE61-6E4F-0BC0-C638-1F26816E3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50F8-2BC8-EA6C-2FD6-9697156FA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7DA5-C0C4-4542-83DE-96DAA20E8296}" type="datetimeFigureOut">
              <a:rPr lang="en-UA" smtClean="0"/>
              <a:t>25.10.2026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29670-98CF-A70A-29BA-7B81205A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571C9-6867-95E1-09B5-855E813C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ACC-CDBF-934B-B9BE-29818BBAB7A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2913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0C9CC-5E05-AE28-C08E-3E842FA7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D199E-0555-584A-F0AE-ADC1AC3FE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C5B10-728F-D0D7-4FD0-2BFA5A401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7DA5-C0C4-4542-83DE-96DAA20E8296}" type="datetimeFigureOut">
              <a:rPr lang="en-UA" smtClean="0"/>
              <a:t>25.10.2026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BA3A3-71FE-3216-8B67-C2D5006D6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58CDF-60A6-39DA-2F54-1AC6814BD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ACC-CDBF-934B-B9BE-29818BBAB7A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094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68A4-5A85-B1D7-CABE-570893CA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05DB5-C8CE-4837-96AC-3CC3BD7D1B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A2C41-96A8-F585-7B8D-84DCAF3E1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71438-613E-DB07-2F44-63FC7E418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7DA5-C0C4-4542-83DE-96DAA20E8296}" type="datetimeFigureOut">
              <a:rPr lang="en-UA" smtClean="0"/>
              <a:t>25.10.2026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40810-CD88-3375-CB7F-095A382C4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6CBDB-EDFB-34B1-693C-73B3A9813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ACC-CDBF-934B-B9BE-29818BBAB7A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277525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9E76F-E433-CF81-38E8-6A19A35B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2F0FE-EE90-C09F-43C8-62257F49B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EE45A-3F51-3D7A-8BAC-641A59297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18015-6334-CD24-61D2-AC07B2B06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37B260-8BA8-F789-6EA2-00D0455DD4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D382DB-0F54-8097-661C-565623E6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7DA5-C0C4-4542-83DE-96DAA20E8296}" type="datetimeFigureOut">
              <a:rPr lang="en-UA" smtClean="0"/>
              <a:t>25.10.2026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020E01-B52D-482A-D23C-729F2BA8C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79964D-5767-72B2-5E18-5684B9AE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ACC-CDBF-934B-B9BE-29818BBAB7A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50082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8FD10-71A7-3957-E209-C9084B951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42976A-14A0-AD99-4195-BB28EA8F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7DA5-C0C4-4542-83DE-96DAA20E8296}" type="datetimeFigureOut">
              <a:rPr lang="en-UA" smtClean="0"/>
              <a:t>25.10.2026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B2BB2-5090-C6CF-6AB0-DBE1CA4F3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89C2B-7116-7DB7-543B-EF5B6E43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ACC-CDBF-934B-B9BE-29818BBAB7A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3229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41F19-49EA-D931-AA1B-BCDD9162C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7DA5-C0C4-4542-83DE-96DAA20E8296}" type="datetimeFigureOut">
              <a:rPr lang="en-UA" smtClean="0"/>
              <a:t>25.10.2026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71D04-23FA-81B0-B909-AFE588B5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5601C-CDB1-6C3C-E1CD-461CB29F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ACC-CDBF-934B-B9BE-29818BBAB7A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45242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F764-C14B-0D8D-E5B2-365D93923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7C0F-EF13-BAF4-2615-908469AF5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8BD62-685D-04D6-92B4-F31903C51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BBB25-A518-5421-F9E3-DDD0B3595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7DA5-C0C4-4542-83DE-96DAA20E8296}" type="datetimeFigureOut">
              <a:rPr lang="en-UA" smtClean="0"/>
              <a:t>25.10.2026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CE62C-EFE9-D718-FF3F-0F7407A7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C9D69-1DF6-F123-4F5D-6D61A65A1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ACC-CDBF-934B-B9BE-29818BBAB7A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8011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A4CB-E4D3-8427-FD1F-3E8575FF5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3FE764-2167-F9F2-5183-5DF2E1B01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03018-E4AC-EBEA-60BF-B254AA2F2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41C98-E705-3DEB-C89A-3313B6E0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7DA5-C0C4-4542-83DE-96DAA20E8296}" type="datetimeFigureOut">
              <a:rPr lang="en-UA" smtClean="0"/>
              <a:t>25.10.2026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13F81-531A-4A75-B3EC-547C2E74B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5D55F-77B0-3B67-EEBB-998A9606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ACC-CDBF-934B-B9BE-29818BBAB7A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812286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AE88-35E7-4552-03D4-E5FD917C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186BE-735C-0159-554D-72ECED663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FA7FC-3A5C-CCF7-B20C-61867877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7DA5-C0C4-4542-83DE-96DAA20E8296}" type="datetimeFigureOut">
              <a:rPr lang="en-UA" smtClean="0"/>
              <a:t>25.10.2026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BC596-6E8D-1A6C-7FFA-A0C268AD3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EB227-5ED4-67EC-D37C-7701BAFE8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ACC-CDBF-934B-B9BE-29818BBAB7A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7635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3F78DA-F9F1-D38B-0D46-DE9EF83E4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C84B6-9F8A-6EE8-768A-DFC196BEF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F275E-41B0-35EF-E0DC-971B7FD8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7DA5-C0C4-4542-83DE-96DAA20E8296}" type="datetimeFigureOut">
              <a:rPr lang="en-UA" smtClean="0"/>
              <a:t>25.10.2026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6E8C6-11CC-3AF4-6A1D-022A45CDA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D9E07-F68E-5FDB-7215-57418D4AF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ACC-CDBF-934B-B9BE-29818BBAB7A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9373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0F053-B585-74E7-4DC7-AD438FFB8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ACAD3-BF65-D313-9760-A3C27A2D4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95102-F28C-21AE-CF6E-F801B60FD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7DA5-C0C4-4542-83DE-96DAA20E8296}" type="datetimeFigureOut">
              <a:rPr lang="en-UA" smtClean="0"/>
              <a:t>25.10.2026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3E3C2-6941-5884-37CF-621B8DA7B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06A52-C74F-5AD3-FC10-1B8F3D45F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89ACC-CDBF-934B-B9BE-29818BBAB7A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955331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9EB45-9CC4-EDF1-95F5-D698529BD9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2D12D-9A53-CCAC-88B1-41F90AADF1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D1DD28-7FCB-BB31-D380-CB8ED5B99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29" y="178648"/>
            <a:ext cx="11629030" cy="598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34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58B3-C3B3-7CDE-999A-DEC7EEC6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1C5B-4323-279A-7EC3-2D8BB693D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A3C29-FA41-A993-8C89-2DBA0EBC8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655" y="1027906"/>
            <a:ext cx="7327900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23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34FA-139E-C857-D78B-DB31243B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D3D57-778D-96E7-C40A-100154934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C8E6D2-3879-3E93-A421-E4DCE6287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13" y="111038"/>
            <a:ext cx="11912258" cy="595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29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A43C-C30E-84B3-857B-A06538238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7868-4557-B72D-B80D-43905B2A4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CE504B-6915-8207-E776-890B0223D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33" y="172136"/>
            <a:ext cx="11722734" cy="600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987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EA4C-9D40-F995-8A2A-F1B546FE9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4697F-1BD1-4064-2BE3-B9DA71464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5FAE47-839A-D7CA-4D2E-5A077AFA0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53" y="313339"/>
            <a:ext cx="11565493" cy="58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69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F355-427B-6486-664D-3DC390026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F9026-3780-3D28-F447-FCB1CB6B6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776AD8-E9D2-4326-0DF8-439DF160B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14" y="157721"/>
            <a:ext cx="11675171" cy="623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21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535C-FDAA-02E9-0069-D1639A67C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4C8C0-226A-9548-5932-7DD2C64E5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BF723-810A-6A02-CA24-C3BB69BCD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7" y="271333"/>
            <a:ext cx="11802626" cy="600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87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116B-A9DC-F42F-F8F8-C03979C5E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AF89-2D6D-68AC-199B-15161F8CC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06586E-5C00-17BE-F55E-A9BAB4948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63" y="138090"/>
            <a:ext cx="11578964" cy="626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755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7DF18-E674-5CC6-7E00-2B88F566F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6E31A-96E0-8DB3-870E-4040D4D31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6DA4BB-95B8-E30E-EF5E-2A2E90297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26" y="172759"/>
            <a:ext cx="11821748" cy="617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63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1F20-E6E6-3788-1439-BDA332AF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76FEF-5319-75E0-650E-4AB896312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5AF653-847B-397E-5778-A0B11B6B4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32" y="269189"/>
            <a:ext cx="11990968" cy="622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5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7E43-077B-98D5-43D0-BD0ABCB6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99644-6C94-9885-300E-14B69E785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C1E0C6-6E8E-85EF-5E1E-A23242E4A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07" y="257303"/>
            <a:ext cx="11852786" cy="601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15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Macintosh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Дмитро Штефан</dc:creator>
  <cp:lastModifiedBy>Дмитро Штефан</cp:lastModifiedBy>
  <cp:revision>1</cp:revision>
  <dcterms:created xsi:type="dcterms:W3CDTF">2026-10-25T10:08:19Z</dcterms:created>
  <dcterms:modified xsi:type="dcterms:W3CDTF">2026-10-25T10:53:51Z</dcterms:modified>
</cp:coreProperties>
</file>